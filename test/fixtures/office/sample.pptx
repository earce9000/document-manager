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ここで実際の調査結果を紹介する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文書管理システムのご提案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2026年9月 情報システム部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資料が個人のPCに散在している</a:t>
            </a:r>
          </a:p>
          <a:p>
            <a:r>
              <a:t>最新版がどれか分からない</a:t>
            </a:r>
          </a:p>
          <a:p>
            <a:r>
              <a:t>退職者の資料が引き継がれない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検索で見つかるようになる</a:t>
            </a:r>
          </a:p>
          <a:p>
            <a:r>
              <a:t>版の取り違えが無くなる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確認事項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確認事項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ご回答欄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接続要件の確認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保守経路の確認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